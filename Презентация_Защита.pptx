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4" d="100"/>
          <a:sy n="104" d="100"/>
        </p:scale>
        <p:origin x="906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Классификация</a:t>
            </a:r>
            <a:r>
              <a:rPr dirty="0"/>
              <a:t> </a:t>
            </a:r>
            <a:r>
              <a:rPr dirty="0" err="1"/>
              <a:t>типов</a:t>
            </a:r>
            <a:endParaRPr dirty="0"/>
          </a:p>
          <a:p>
            <a:r>
              <a:rPr dirty="0" err="1"/>
              <a:t>обращений</a:t>
            </a:r>
            <a:r>
              <a:rPr dirty="0"/>
              <a:t> в IT-</a:t>
            </a:r>
            <a:r>
              <a:rPr dirty="0" err="1"/>
              <a:t>поддержку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75569"/>
                </a:solidFill>
                <a:latin typeface="Arial"/>
              </a:defRPr>
            </a:pPr>
            <a:r>
              <a:t>Итоговый проект</a:t>
            </a:r>
          </a:p>
          <a:p>
            <a:r>
              <a:t>Команда: Шелест Матвей, Иванова Юлия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Бизнес-задача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Проблема: Ручная маршрутизация IT-тикетов занимает время и приводит к ошибкам.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Цель: Автоматически определять нужный отдел (queue) по тексту обращения.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Вход: Тема (subject) и описание (description) тикета.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Выход: Название отдела (например, Billing and Payments).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Архитектура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1943" y="1371600"/>
            <a:ext cx="7170458" cy="493730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5C50E5-6D36-4F09-9EB1-4292067BE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68" y="1843044"/>
            <a:ext cx="7090045" cy="3937530"/>
          </a:xfrm>
          <a:prstGeom prst="round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Данные и технологии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Данные: Kaggle Dataset (28 587 тикетов, 10 классов).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Для обучения взято ~16 300 записей (только английский язык).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ML: Python, Scikit-learn (TF-IDF + LinearSVC).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Backend: FastAPI, Pydantic, Uvicorn.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Инфраструктура: Docker, Pytest.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Эксперименты (MLOps)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1. Logistic Regression: Macro F1 = 0.38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2. Multinomial Naive Bayes: Macro F1 = 0.22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3. Linear SVC (базовый): Macro F1 = 0.64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4. Linear SVC + Feature Engineering: Macro F1 = 0.68 (Победитель)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5. DistilBERT (нейросеть): Macro F1 = 0.40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Вывод: Классический ML быстрее и точнее на синтетических данных.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0058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Демонстрация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(Web</a:t>
            </a:r>
            <a:r>
              <a:rPr lang="ru-RU" dirty="0"/>
              <a:t>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6447EB-D174-49A8-91F9-B642F59A1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52" y="1542259"/>
            <a:ext cx="4147749" cy="4172052"/>
          </a:xfrm>
          <a:prstGeom prst="rect">
            <a:avLst/>
          </a:prstGeom>
        </p:spPr>
      </p:pic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94476018-9F00-4BB6-B59C-D519416CACA9}"/>
              </a:ext>
            </a:extLst>
          </p:cNvPr>
          <p:cNvSpPr/>
          <p:nvPr/>
        </p:nvSpPr>
        <p:spPr>
          <a:xfrm>
            <a:off x="4389716" y="3403131"/>
            <a:ext cx="632592" cy="4503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5C8E7F-15B0-4CBF-8D64-05984A5A4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723" y="1487119"/>
            <a:ext cx="3747640" cy="41720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D9E0B0-3F20-4BD5-88A8-445B106E812C}"/>
              </a:ext>
            </a:extLst>
          </p:cNvPr>
          <p:cNvSpPr txBox="1"/>
          <p:nvPr/>
        </p:nvSpPr>
        <p:spPr>
          <a:xfrm>
            <a:off x="6276735" y="1163737"/>
            <a:ext cx="240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Пустой запрос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0058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Демонстрация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(Web</a:t>
            </a:r>
            <a:r>
              <a:rPr lang="ru-RU" dirty="0"/>
              <a:t>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94476018-9F00-4BB6-B59C-D519416CACA9}"/>
              </a:ext>
            </a:extLst>
          </p:cNvPr>
          <p:cNvSpPr/>
          <p:nvPr/>
        </p:nvSpPr>
        <p:spPr>
          <a:xfrm>
            <a:off x="4389716" y="3403131"/>
            <a:ext cx="632592" cy="4503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D74F2E-9049-48AA-8F33-47E711124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72" y="1433817"/>
            <a:ext cx="4166495" cy="43889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8A74952-63CF-487A-B748-BD2D5C5D7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543" y="1529964"/>
            <a:ext cx="3965785" cy="419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50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Тестирование и найденные проблемы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Написано 5 юнит-тестов (pytest). Все тесты пройдены (5 passed).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Проверено: Healthcheck, валидация пустых строк, отсутствие полей.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Найденный риск: Модель не понимает не-английские тексты (выдает случайный класс).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Решение в будущем: Внедрить детектор языка на входе.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Деплой и Мониторинг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Деплой: Docker-контейнер, запуск через Uvicorn.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Технические метрики: Время ответа (Latency), доля ошибок 5xx.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Метрики данных: Доля не-английских запросов.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Алерты: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Если ошибок 5xx &gt; 5% за 10 минут -&gt; зовем дежурного.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Если не-английских запросов &gt; 20% -&gt; алерт для Data Science.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Использование ИИ-ассистентов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ИИ применялся для генерации черновиков кода (API, тесты, HTML-интерфейс).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Весь код запущен и проверен командой вручную.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Исправленные баги ИИ: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Не проверял текст на одни пробелы (исправлено).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Устаревший параметр logging_dir в transformers (заменен).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Предложенные символьные n-граммы снизили F1 до 0.66 (отклонено).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Ограничения и следующие шаги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Ограничения: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Модель понимает только английский язык.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Путаница между похожими отделами (IT Support vs Technical Support).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Следующие шаги: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Внедрить иерархическую классификацию.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  - Human-in-the-loop (ручная проверка при низкой уверенности модели).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424</Words>
  <Application>Microsoft Office PowerPoint</Application>
  <PresentationFormat>Экран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Юлия Леонтиева</cp:lastModifiedBy>
  <cp:revision>3</cp:revision>
  <dcterms:created xsi:type="dcterms:W3CDTF">2013-01-27T09:14:16Z</dcterms:created>
  <dcterms:modified xsi:type="dcterms:W3CDTF">2026-10-28T08:12:52Z</dcterms:modified>
  <cp:category/>
</cp:coreProperties>
</file>